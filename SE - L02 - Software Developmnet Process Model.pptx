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6" r:id="rId4"/>
    <p:sldId id="298" r:id="rId5"/>
    <p:sldId id="299" r:id="rId6"/>
    <p:sldId id="303" r:id="rId7"/>
    <p:sldId id="304" r:id="rId8"/>
    <p:sldId id="295" r:id="rId9"/>
    <p:sldId id="311" r:id="rId10"/>
    <p:sldId id="312" r:id="rId11"/>
    <p:sldId id="3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72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605EC7F-3B32-4E41-BE4A-835A1D748A76}"/>
    <pc:docChg chg="modSld">
      <pc:chgData name="Saikat Baul" userId="dae859d7-ea3e-4a5d-83a1-d953f3940120" providerId="ADAL" clId="{7605EC7F-3B32-4E41-BE4A-835A1D748A76}" dt="2026-02-08T07:56:00.121" v="0" actId="20577"/>
      <pc:docMkLst>
        <pc:docMk/>
      </pc:docMkLst>
      <pc:sldChg chg="modSp mod">
        <pc:chgData name="Saikat Baul" userId="dae859d7-ea3e-4a5d-83a1-d953f3940120" providerId="ADAL" clId="{7605EC7F-3B32-4E41-BE4A-835A1D748A76}" dt="2026-02-08T07:56:00.121" v="0" actId="20577"/>
        <pc:sldMkLst>
          <pc:docMk/>
          <pc:sldMk cId="1567044653" sldId="303"/>
        </pc:sldMkLst>
        <pc:spChg chg="mod">
          <ac:chgData name="Saikat Baul" userId="dae859d7-ea3e-4a5d-83a1-d953f3940120" providerId="ADAL" clId="{7605EC7F-3B32-4E41-BE4A-835A1D748A76}" dt="2026-02-08T07:56:00.121" v="0" actId="20577"/>
          <ac:spMkLst>
            <pc:docMk/>
            <pc:sldMk cId="1567044653" sldId="30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Inception Phase: </a:t>
            </a:r>
            <a:r>
              <a:rPr lang="en-US" dirty="0"/>
              <a:t>Define project scope, objectives, and business case. Identify key requirements and risks and create initial plans.</a:t>
            </a:r>
          </a:p>
          <a:p>
            <a:r>
              <a:rPr lang="en-US" b="1" dirty="0"/>
              <a:t>2. Elaboration Phase: </a:t>
            </a:r>
            <a:r>
              <a:rPr lang="en-US" dirty="0"/>
              <a:t>Refine requirements and validate system architecture. Mitigate risks and plan the construction phase.</a:t>
            </a:r>
          </a:p>
          <a:p>
            <a:r>
              <a:rPr lang="en-US" b="1" dirty="0"/>
              <a:t>3. Construction Phase: </a:t>
            </a:r>
            <a:r>
              <a:rPr lang="en-US" dirty="0"/>
              <a:t>Develop, integrate, and test system components. Ensure functionality and quality through iterative builds.</a:t>
            </a:r>
          </a:p>
          <a:p>
            <a:r>
              <a:rPr lang="en-US" b="1" dirty="0"/>
              <a:t>4. Transition Phase: </a:t>
            </a:r>
            <a:r>
              <a:rPr lang="en-US" dirty="0"/>
              <a:t>Deploy the product and train users. </a:t>
            </a:r>
            <a:r>
              <a:rPr lang="en-US"/>
              <a:t>Address defects and gather user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6617353-D5FE-73A3-2F04-327E6A6CCE0B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690BF5-02E4-7D00-0B94-72E46F770A4B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4C921F6C-DE57-9323-E5B7-C26703D81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</a:t>
            </a:r>
            <a:r>
              <a:rPr lang="en-GB" sz="2000">
                <a:latin typeface="+mj-lt"/>
              </a:rPr>
              <a:t>required functionality. </a:t>
            </a:r>
            <a:endParaRPr lang="en-GB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increment, so system functionality is available earlier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identify requirements for later increments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The highest-priority system services tend to receive the most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EB3A2-622F-7CEC-2009-75A20B76FC4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47652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803</Words>
  <Application>Microsoft Office PowerPoint</Application>
  <PresentationFormat>Widescreen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Saikat Baul</cp:lastModifiedBy>
  <cp:revision>24</cp:revision>
  <dcterms:created xsi:type="dcterms:W3CDTF">2019-05-13T08:37:20Z</dcterms:created>
  <dcterms:modified xsi:type="dcterms:W3CDTF">2026-02-08T07:56:03Z</dcterms:modified>
</cp:coreProperties>
</file>